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JetBrains Mono SemiBold"/>
      <p:regular r:id="rId201314"/>
    </p:embeddedFont>
    <p:embeddedFont>
      <p:font typeface="JetBrains Mono Bold"/>
      <p:regular r:id="rId201315"/>
    </p:embeddedFont>
    <p:embeddedFont>
      <p:font typeface="PT Sans"/>
      <p:regular r:id="rId201316"/>
    </p:embeddedFont>
    <p:embeddedFont>
      <p:font typeface="P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9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0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1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2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3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4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4581"/>
            <a:ext cx="11658308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67" kern="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861912"/>
            <a:ext cx="11124922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PLASTIDS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33387" y="2309356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colour and energy factories of plant cells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3387" y="5759847"/>
            <a:ext cx="831432" cy="287139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6" name="Text 4"/>
          <p:cNvSpPr/>
          <p:nvPr/>
        </p:nvSpPr>
        <p:spPr>
          <a:xfrm>
            <a:off x="646692" y="5823005"/>
            <a:ext cx="12144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SEMINAR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387" y="6223624"/>
            <a:ext cx="1165830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Presented and introduced by </a:t>
            </a:r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Vivek VM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Prijith 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22756"/>
            <a:ext cx="5516821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 puzzle to begin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3851513"/>
            <a:ext cx="61264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is a leaf green, a tomato red and a potato white?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4325082"/>
            <a:ext cx="61264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small organelle decides it: the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plastid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1412145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269" y="609600"/>
            <a:ext cx="192976" cy="19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0018" y="0"/>
            <a:ext cx="1412244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602" y="609600"/>
            <a:ext cx="193075" cy="19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779451" y="0"/>
            <a:ext cx="1412244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035" y="609600"/>
            <a:ext cx="193075" cy="193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3599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3599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50269" y="1826663"/>
            <a:ext cx="3931841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What are plastids?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50269" y="3350022"/>
            <a:ext cx="3931841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Large organelles, easily seen under the microscope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Carry specific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pigments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that give plants their colours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Found in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all plant cells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in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euglenoids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Absent in animal cells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85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Three types of plastids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516993"/>
            <a:ext cx="1158211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pigment decides the plastid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B8ECCE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735" y="2176363"/>
            <a:ext cx="377915" cy="377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Chloroplasts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green, trap light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68691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FFDEA3">
              <a:alpha val="72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841" y="2176363"/>
            <a:ext cx="377915" cy="377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Chromoplasts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97285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yellow, orange, red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27797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EBEFF2">
              <a:alpha val="82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560" y="2176363"/>
            <a:ext cx="330688" cy="3779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Leucoplasts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356391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colourless, store food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12090"/>
            <a:ext cx="5516821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Chloroplast: the green solar factory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4105970"/>
            <a:ext cx="5516821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Contains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chlorophyll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carotenoid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pigments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Traps light energy needed for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photosynthesis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Found mostly in the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mesophyll cells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leaves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24059"/>
            <a:ext cx="1112492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Chromoplasts: the colour makers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906341"/>
            <a:ext cx="111249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Contain fat-soluble carotenoids: carotene, xanthophylls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Give yellow, orange or red colour to plant parts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366313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Leucoplasts: the storage rooms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183473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Colourless plastids of varied shapes and sizes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651746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Amyloplasts: starch, e.g. potato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Elaioplasts: oils and fats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Aleuroplasts: proteins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5101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65289" y="657505"/>
            <a:ext cx="5516821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 at a glance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065289" y="2196725"/>
            <a:ext cx="2529816" cy="1224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5 to 10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65289" y="3467993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Length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65289" y="3813642"/>
            <a:ext cx="2758411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micrometres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52294" y="2502815"/>
            <a:ext cx="2529816" cy="612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 to 4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052294" y="3161804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Width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052294" y="3507453"/>
            <a:ext cx="252981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micrometres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65289" y="4768971"/>
            <a:ext cx="2529816" cy="612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065289" y="5427960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per cell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065289" y="5773609"/>
            <a:ext cx="2529816" cy="50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Chlamydomonas (a green alga)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52294" y="4588095"/>
            <a:ext cx="2529816" cy="1224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20 to 40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52294" y="5859363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per cell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052294" y="6205013"/>
            <a:ext cx="252981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mesophyll cells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065289" y="6614885"/>
            <a:ext cx="612640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Shape: lens-shaped, oval, spherical, discoid or ribbon-like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817350" y="2125960"/>
            <a:ext cx="12700" cy="21627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065289" y="4282380"/>
            <a:ext cx="2758411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817350" y="4288730"/>
            <a:ext cx="12700" cy="21627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823700" y="4282380"/>
            <a:ext cx="2758411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106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Let us build a chloroplast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573907"/>
            <a:ext cx="10972526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 8.8: Sectional view of a chloroplast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Six parts, one at a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933" y="2422227"/>
            <a:ext cx="6857828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1: Outer membrane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outer boundary of the chloroplast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of its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two membranes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60571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2: Inner membrane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277731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Lies just inside the outer membrane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746004"/>
            <a:ext cx="11124922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Relatively </a:t>
            </a:r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less permeable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Encloses the stroma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64627"/>
            <a:ext cx="5516821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3: Stroma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3222762"/>
            <a:ext cx="61264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space inside the inner membrane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3653532"/>
            <a:ext cx="5516821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Enzymes to make carbohydrates and proteins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Small circular double-stranded DNA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70S ribosomes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460530"/>
            <a:ext cx="753746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522484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4: Thylakoids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339644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Flattened membranous sacs inside the stroma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807916"/>
            <a:ext cx="111249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Chlorophyll pigments sit here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Their membrane encloses a space called the lumen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5: Granum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Thylakoids stacked like a pile of coins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Many stacks = grana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6: Stroma lamellae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Flat membranous tubules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They connect the thylakoids of different grana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132183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journey of sunlight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2138998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Sun, then leaf, then mesophyll cell, then chloroplast. Zoom in: sunlight reaches the grana.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81400"/>
            <a:ext cx="2819329" cy="3276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24122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122" y="3581400"/>
            <a:ext cx="2819329" cy="3276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48244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3581400"/>
            <a:ext cx="2819329" cy="3276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372366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366" y="3581400"/>
            <a:ext cx="2819329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0314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Photosynthesis begins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14911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Grana: light reactions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Stroma: dark reactions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Light energy is trapped and food is made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267888"/>
            <a:ext cx="1112492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 and mitochondria: alike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750171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a double membrane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their own circular DNA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70S ribosomes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47077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258840"/>
            <a:ext cx="11124922" cy="120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Plastids are pigment-bearing organelles of plants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Chloroplast, chromoplast, leucoplast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Chloroplast: outer and inner membrane, stroma, thylakoids, grana, stroma lamellae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Light reactions in grana, dark reactions in stroma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89663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Quiz time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713798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Spin the wheel. Who is next?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Vivek VM and Prijith 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2026-10-14T23:43:57Z</dcterms:created>
  <dcterms:modified xsi:type="dcterms:W3CDTF">2026-10-14T23:43:57Z</dcterms:modified>
</cp:coreProperties>
</file>